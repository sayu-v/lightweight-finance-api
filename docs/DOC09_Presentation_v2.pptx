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0332A-F68F-D340-AD23-F5F822CEACB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5C317-4914-5246-8231-1FCE285A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RESTful Backend with Frontend Dashboard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44368"/>
            <a:ext cx="804672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40280" y="30906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Sayooj 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33649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23BCAICD096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639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36393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26067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39136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— AI, Cloud Computing &amp; DevOps · 2023–2026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418795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K Shukla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462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40280" y="4462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Yenepoya (Deemed to be University), Mangalore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0280" y="47365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Student Project Programme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why we built it, and what it delivers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2618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 Practice Gap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23957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are taught in class but rarely implemented from scratch with real validation, error handling and documentation.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70432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2618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Context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23957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taught in isolation — not connected to Docker, cloud deployment, or professional engineering patterns.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70432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26187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as Afterthought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44768" y="23957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written first, documentation last. The two never match. This project reverses that — docs first, then code.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8412480" cy="15361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36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5844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6-endpoint REST API — income, expense, summary, budget, budget-status, health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Pydantic v2 validation + Docker containerisation + pytest automated testing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Frontend dashboard in HTML/CSS/JS — live charts connected to the real API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9 professional IBM-format documents covering the full project lifecycle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RESTful endpoints organised into 3 functional groups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640080" cy="274320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24128" y="1170432"/>
            <a:ext cx="2560320" cy="274320"/>
          </a:xfrm>
          <a:prstGeom prst="rect">
            <a:avLst/>
          </a:prstGeom>
          <a:solidFill>
            <a:srgbClr val="111E2D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170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confirms API is running; dashboard polls every 30s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64008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24128" y="1755648"/>
            <a:ext cx="2560320" cy="274320"/>
          </a:xfrm>
          <a:prstGeom prst="rect">
            <a:avLst/>
          </a:prstGeom>
          <a:solidFill>
            <a:srgbClr val="111E2D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7556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— amount (&gt;0) + source label; appends to in-memory 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64008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24128" y="2340864"/>
            <a:ext cx="2560320" cy="274320"/>
          </a:xfrm>
          <a:prstGeom prst="rect">
            <a:avLst/>
          </a:prstGeom>
          <a:solidFill>
            <a:srgbClr val="111E2D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/expense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340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 — amount (&gt;0) + category label; Pydantic validates both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640080" cy="274320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4128" y="2926080"/>
            <a:ext cx="2560320" cy="274320"/>
          </a:xfrm>
          <a:prstGeom prst="rect">
            <a:avLst/>
          </a:prstGeom>
          <a:solidFill>
            <a:srgbClr val="111E2D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2926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 — total_income, total_expense, balance (can be negative)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11296"/>
            <a:ext cx="64008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112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4128" y="3511296"/>
            <a:ext cx="2560320" cy="274320"/>
          </a:xfrm>
          <a:prstGeom prst="rect">
            <a:avLst/>
          </a:prstGeom>
          <a:solidFill>
            <a:srgbClr val="111E2D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/budget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35112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budget — limit (&gt;0); overwrites previous value (SET, not ADD)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640080" cy="274320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4128" y="4096512"/>
            <a:ext cx="2560320" cy="274320"/>
          </a:xfrm>
          <a:prstGeom prst="rect">
            <a:avLst/>
          </a:prstGeom>
          <a:solidFill>
            <a:srgbClr val="111E2D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/budget-status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40965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status — budget, spent, remaining (negative when over budget)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1170432"/>
            <a:ext cx="2834640" cy="3511296"/>
          </a:xfrm>
          <a:prstGeom prst="rect">
            <a:avLst/>
          </a:prstGeom>
          <a:solidFill>
            <a:srgbClr val="0A182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1572768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/expense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800,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"Rent"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HTTP 200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"Expense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added successfully"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technology chosen for a specific, justified reason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1993392" cy="310896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07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" y="15361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792224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enable Pydantic's automatic validation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170432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170432"/>
            <a:ext cx="199339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07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0320" y="15361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792224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Swagger docs + built-in Pydantic integration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170432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170432"/>
            <a:ext cx="1993392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207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81728" y="15361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1792224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constraints; HTTP 422 returned on failure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170432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1170432"/>
            <a:ext cx="1993392" cy="310896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2070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03136" y="15361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03136" y="1792224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Async-ready; required by FastAPI for full 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34640"/>
            <a:ext cx="1993392" cy="310896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871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8912" y="320040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345643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Single-command startup on any machine; cloud-ready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87168" y="283464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87168" y="2834640"/>
            <a:ext cx="1993392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871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pytest+httpx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560320" y="320040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45643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TestClient; 20 tests, 100% pass rate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08576" y="283464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2834640"/>
            <a:ext cx="1993392" cy="31089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871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681728" y="320040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345643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tools; runs directly in browser via fetch()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29984" y="283464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9984" y="2834640"/>
            <a:ext cx="1993392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871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03136" y="320040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03136" y="345643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feature/frontend-dashboard branch structure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monolithic architecture — each layer has one responsibility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73152" cy="658368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1499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Dashboard  /  Postman  /  Swagger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1353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/ JSON Response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75104"/>
            <a:ext cx="73152" cy="658368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391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304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+  Uvicorn  +  CORS Middleware  +  Pydantic v2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·  Validation  ·  Error handling  ·  /docs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0" y="26334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79776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43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108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in main.py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962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 ·  balance  ·  budget tracking  ·  HTTPException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0" y="34381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84448"/>
            <a:ext cx="73152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484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3913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  +  float  (in-memory)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incomes[]  expenses[]  budget  —  resets on restart  —  v2: PostgreSQL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62272"/>
            <a:ext cx="8412480" cy="402336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 — no server-side sessions — every request is self-contained — ready for horizontal scaling and cloud deployment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catches invalid data at the API boundary — before business logic runs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send amount: -100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663440" cy="594360"/>
          </a:xfrm>
          <a:prstGeom prst="rect">
            <a:avLst/>
          </a:prstGeom>
          <a:solidFill>
            <a:srgbClr val="0F2236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536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7922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/income  {"amount": -100, "source": "Test"}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663440" cy="594360"/>
          </a:xfrm>
          <a:prstGeom prst="rect">
            <a:avLst/>
          </a:prstGeom>
          <a:solidFill>
            <a:srgbClr val="0F2236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31136"/>
            <a:ext cx="54864" cy="5943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2860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checks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542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model — amount: -100 fails Field(gt=0) rule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4663440" cy="594360"/>
          </a:xfrm>
          <a:prstGeom prst="rect">
            <a:avLst/>
          </a:prstGeom>
          <a:solidFill>
            <a:srgbClr val="0F2236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80944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35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422 returned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3291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{"detail": [{"msg": "Input should be greater than 0"}]}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30752"/>
            <a:ext cx="4663440" cy="594360"/>
          </a:xfrm>
          <a:prstGeom prst="rect">
            <a:avLst/>
          </a:prstGeom>
          <a:solidFill>
            <a:srgbClr val="0F2236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30752"/>
            <a:ext cx="54864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7856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never runs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" y="40416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logic is never reached — data stays clean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catalogue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481328"/>
            <a:ext cx="3474720" cy="402336"/>
          </a:xfrm>
          <a:prstGeom prst="rect">
            <a:avLst/>
          </a:prstGeom>
          <a:solidFill>
            <a:srgbClr val="0A1825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1572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amount=0 or negative (manual check)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1956816"/>
            <a:ext cx="3474720" cy="402336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20299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2048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0" y="2432304"/>
            <a:ext cx="3474720" cy="402336"/>
          </a:xfrm>
          <a:prstGeom prst="rect">
            <a:avLst/>
          </a:prstGeom>
          <a:solidFill>
            <a:srgbClr val="0A1825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25054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25237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string (min_length=1)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2907792"/>
            <a:ext cx="3474720" cy="402336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29809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2999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&gt; 50 chars (max_length)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0" y="3383280"/>
            <a:ext cx="3474720" cy="402336"/>
          </a:xfrm>
          <a:prstGeom prst="rect">
            <a:avLst/>
          </a:prstGeom>
          <a:solidFill>
            <a:srgbClr val="0A1825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34564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 (e.g. amount='abc')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0" y="3858768"/>
            <a:ext cx="3474720" cy="402336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39319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35040" y="39502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URL path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0" y="4334256"/>
            <a:ext cx="3474720" cy="402336"/>
          </a:xfrm>
          <a:prstGeom prst="rect">
            <a:avLst/>
          </a:prstGeom>
          <a:solidFill>
            <a:srgbClr val="0A1825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6672" y="44074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35040" y="44256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HTTP method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any machine with a single command — no Python install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38912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" y="16093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9888" y="16093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993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1993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" y="2377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89888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761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--no-cache-dir \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3337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89888" y="3337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["uvicorn", "main:app",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to run anywhere: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536192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536192"/>
            <a:ext cx="45720" cy="658368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6276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920240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finance-api 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286000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286000"/>
            <a:ext cx="457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77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container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670048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8000:8000 finance-api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035808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035808"/>
            <a:ext cx="45720" cy="658368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1272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Compose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41985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785616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785616"/>
            <a:ext cx="4572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877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docs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4169664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4572000"/>
            <a:ext cx="3840480" cy="502920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4636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--host 0.0.0.0 is required in the Dockerfile CMD. Without it, Uvicorn binds only to the container loopback and port mapping fails.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no frameworks — connects to the live FastAPI backend via fetch()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724912" cy="138988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2491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 Cards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Income · Expenses · Budget remaining — all live from GET /summary and GET /budget-status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1170432"/>
            <a:ext cx="2724912" cy="138988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170432"/>
            <a:ext cx="2724912" cy="292608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0700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Bar Chart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53619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category — bars update every time POST /expense is called. Width is proportional to max category.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170432"/>
            <a:ext cx="2724912" cy="138988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170432"/>
            <a:ext cx="2724912" cy="29260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20700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Ring (SVG)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63056" y="153619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% of budget spent. Built with SVG stroke-dasharray. Turns red when spending exceeds the budget limit.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2724912" cy="138988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06624"/>
            <a:ext cx="2724912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4320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7238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income, add expense, set budget — each form calls the corresponding POST endpoint with a JSON body.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2706624"/>
            <a:ext cx="2724912" cy="138988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706624"/>
            <a:ext cx="2724912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74320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07238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income (+) and expense (-) entry logged with the API endpoint that was called and the amount.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706624"/>
            <a:ext cx="2724912" cy="1389888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706624"/>
            <a:ext cx="2724912" cy="292608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74320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Status Panel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307238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endpoints listed with green online dots. GET /health polled every 30 seconds to update the status.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34256"/>
            <a:ext cx="8412480" cy="512064"/>
          </a:xfrm>
          <a:prstGeom prst="rect">
            <a:avLst/>
          </a:prstGeom>
          <a:solidFill>
            <a:srgbClr val="0F2236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4074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HTML5  ·  CSS Grid &amp; Flexbox  ·  ES6 JavaScript  ·  SVG  ·  Browser fetch() API  ·  Google Fonts CDN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66344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py -3.11 -m uvicorn main:app --reload  →  open frontend/index.html in Chrome or Edge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manual test cases documented + 20 automated pytest tests — all passing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920240" cy="128016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182880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858061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1115568"/>
            <a:ext cx="1920240" cy="128016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188720"/>
            <a:ext cx="182880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858061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115568"/>
            <a:ext cx="1920240" cy="128016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188720"/>
            <a:ext cx="182880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34840" y="1858061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1115568"/>
            <a:ext cx="2377440" cy="128016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188720"/>
            <a:ext cx="228600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46520" y="1858061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requirements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78608"/>
            <a:ext cx="54864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517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5568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Happy Path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287121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inputs → correct HTTP 200 + expected JSON body across all 6 endpoints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82112"/>
            <a:ext cx="54864" cy="51206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2552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15568" y="32369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47472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→ correct HTTP 422 errors. All Pydantic constraints verified.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85616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85616"/>
            <a:ext cx="54864" cy="512064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858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15568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Edge Cases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5568" y="407822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zeros, negative balance, over-budget, boundary values (0.01, 1 char)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389120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389120"/>
            <a:ext cx="54864" cy="5120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462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15568" y="4443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Integration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15568" y="468172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sequences: income + expense + summary + budget + status all linked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5047488"/>
            <a:ext cx="8412480" cy="292608"/>
          </a:xfrm>
          <a:prstGeom prst="rect">
            <a:avLst/>
          </a:prstGeom>
          <a:solidFill>
            <a:srgbClr val="D6EDD9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0932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py -3.11 -m pytest tests/test_main.py -v   →   20 passed in ~1.5s   |   Uses FastAPI TestClient — no server needed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554480" cy="118872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33272"/>
            <a:ext cx="14630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649578"/>
            <a:ext cx="1463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39696" y="960120"/>
            <a:ext cx="1554480" cy="118872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5416" y="1033272"/>
            <a:ext cx="14630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85416" y="1649578"/>
            <a:ext cx="1463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22192" y="960120"/>
            <a:ext cx="1554480" cy="118872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1033272"/>
            <a:ext cx="14630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867912" y="1649578"/>
            <a:ext cx="1463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Documents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04688" y="960120"/>
            <a:ext cx="1554480" cy="118872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1033272"/>
            <a:ext cx="14630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550408" y="1649578"/>
            <a:ext cx="1463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960120"/>
            <a:ext cx="1554480" cy="1188720"/>
          </a:xfrm>
          <a:prstGeom prst="rect">
            <a:avLst/>
          </a:prstGeom>
          <a:solidFill>
            <a:srgbClr val="0F22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2904" y="1033272"/>
            <a:ext cx="14630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32904" y="1649578"/>
            <a:ext cx="1463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359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670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6-endpoint FastAPI REST API with Pydantic v2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containerisation — single command startup anywhere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Frontend dashboard — HTML/CSS/JS, live API connection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automated pytest tests, 100% pass rate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 IBM-format documents across the full project lifecycle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CORS-enabled stateless design — cloud-deployment ready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2359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v2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670048"/>
            <a:ext cx="4023360" cy="292608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9712" y="27157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across restarts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023360" cy="292608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0540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39712" y="3063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accounts and data isolation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364992"/>
            <a:ext cx="4023360" cy="292608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401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/income + /expense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39712" y="34107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retrieval endpoints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712464"/>
            <a:ext cx="4023360" cy="292608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Recharts UI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9712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dashboard with better charts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059936"/>
            <a:ext cx="4023360" cy="292608"/>
          </a:xfrm>
          <a:prstGeom prst="rect">
            <a:avLst/>
          </a:prstGeom>
          <a:solidFill>
            <a:srgbClr val="0F2236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Azure ACI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39712" y="41056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HTTPS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4498848"/>
            <a:ext cx="8275320" cy="384048"/>
          </a:xfrm>
          <a:prstGeom prst="rect">
            <a:avLst/>
          </a:prstGeom>
          <a:solidFill>
            <a:srgbClr val="0F2236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56285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Documentation-first methodology · Stateless REST design · Cloud-ready architecture · Evidence-based testing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956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46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Finance API  ·  Sayooj V  ·  23BCAICD096  ·  IBM SkillsBuild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Lightweight Finance API — IBM SkillsBuild Project</dc:title>
  <dc:subject>PptxGenJS Presentation</dc:subject>
  <dc:creator>Sayooj V</dc:creator>
  <cp:lastModifiedBy>sayooj v</cp:lastModifiedBy>
  <cp:revision>2</cp:revision>
  <dcterms:created xsi:type="dcterms:W3CDTF">2026-04-27T10:31:19Z</dcterms:created>
  <dcterms:modified xsi:type="dcterms:W3CDTF">2026-04-27T16:06:27Z</dcterms:modified>
</cp:coreProperties>
</file>
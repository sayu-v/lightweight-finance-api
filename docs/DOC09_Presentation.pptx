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05840"/>
            <a:ext cx="877824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FINANCE API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RESTful Backend for Personal Finance Management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06040"/>
            <a:ext cx="8778240" cy="3657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834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51760" y="283464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Sayu V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2186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51760" y="321868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Yenepoya University, Mangalore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60273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3602736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B.Sc. Computer Science · 2023–2026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9867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3986784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SkillsBuild Student Project Programme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4754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Finance API  |  IBM SkillsBuild  |  Yenepoya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students understand APIs in theory — but have never built one that actually works.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783080"/>
            <a:ext cx="2743200" cy="2606040"/>
          </a:xfrm>
          <a:prstGeom prst="rect">
            <a:avLst/>
          </a:prstGeom>
          <a:solidFill>
            <a:srgbClr val="122035"/>
          </a:solidFill>
          <a:ln w="12700">
            <a:solidFill>
              <a:srgbClr val="1E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25880" y="192024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" y="2697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vs Practice Gap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1546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Request-response cycles, HTTP verbs, and JSON are taught — but rarely implemented from scratch.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27832" y="1783080"/>
            <a:ext cx="2743200" cy="2606040"/>
          </a:xfrm>
          <a:prstGeom prst="rect">
            <a:avLst/>
          </a:prstGeom>
          <a:solidFill>
            <a:srgbClr val="122035"/>
          </a:solidFill>
          <a:ln w="12700">
            <a:solidFill>
              <a:srgbClr val="1E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79392" y="192024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79392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64992" y="2697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as Afterthought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64992" y="31546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written first. Docs are written after. The two never match.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81344" y="1783080"/>
            <a:ext cx="2743200" cy="2606040"/>
          </a:xfrm>
          <a:prstGeom prst="rect">
            <a:avLst/>
          </a:prstGeom>
          <a:solidFill>
            <a:srgbClr val="122035"/>
          </a:solidFill>
          <a:ln w="12700">
            <a:solidFill>
              <a:srgbClr val="1E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32904" y="192024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32904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18504" y="2697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Context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18504" y="31546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are taught in isolation — not connected to Docker, cloud deployment, or real engineering patterns.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4754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Finance API  |  IBM SkillsBuild  |  Yenepoya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well-documented REST API that demonstrates every principle of professional backend development.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691640"/>
            <a:ext cx="26974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691640"/>
            <a:ext cx="54864" cy="1280160"/>
          </a:xfrm>
          <a:prstGeom prst="rect">
            <a:avLst/>
          </a:prstGeom>
          <a:solidFill>
            <a:srgbClr val="1A5EA8"/>
          </a:solidFill>
          <a:ln w="12700">
            <a:solidFill>
              <a:srgbClr val="1A5E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801368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Endpoints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2075688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Expense, Summary,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Set, Budget Status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691640"/>
            <a:ext cx="26974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691640"/>
            <a:ext cx="54864" cy="1280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1801368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19272" y="2075688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rules enforced 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boundary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691640"/>
            <a:ext cx="26974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691640"/>
            <a:ext cx="54864" cy="12801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1801368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99632" y="2075688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command startup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any machine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154680"/>
            <a:ext cx="26974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154680"/>
            <a:ext cx="54864" cy="12801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264408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Documentation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8912" y="3538728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and ReDoc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automatically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54680" y="3154680"/>
            <a:ext cx="26974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3154680"/>
            <a:ext cx="54864" cy="12801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3264408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Documents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19272" y="3538728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→ PRD → HLD → LLD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API Ref → Deploy → Tests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3154680"/>
            <a:ext cx="26974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3154680"/>
            <a:ext cx="54864" cy="12801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9632" y="3264408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Test Pass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99632" y="3538728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test cases across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test categories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4754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Finance API  |  IBM SkillsBuild  |  Yenepoya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Features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endpoints covering the full financial tracking workflow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658368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7276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42416" y="1572768"/>
            <a:ext cx="3291840" cy="292608"/>
          </a:xfrm>
          <a:prstGeom prst="rect">
            <a:avLst/>
          </a:prstGeom>
          <a:solidFill>
            <a:srgbClr val="1E2D3D"/>
          </a:solidFill>
          <a:ln w="6350">
            <a:solidFill>
              <a:srgbClr val="2A4A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15727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/income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0" y="157276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income — amount + source label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167128"/>
            <a:ext cx="658368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6712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42416" y="2167128"/>
            <a:ext cx="3291840" cy="292608"/>
          </a:xfrm>
          <a:prstGeom prst="rect">
            <a:avLst/>
          </a:prstGeom>
          <a:solidFill>
            <a:srgbClr val="1E2D3D"/>
          </a:solidFill>
          <a:ln w="6350">
            <a:solidFill>
              <a:srgbClr val="2A4A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21671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/expense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0" y="21671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expense — amount + category label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761488"/>
            <a:ext cx="658368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6148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42416" y="2761488"/>
            <a:ext cx="3291840" cy="292608"/>
          </a:xfrm>
          <a:prstGeom prst="rect">
            <a:avLst/>
          </a:prstGeom>
          <a:solidFill>
            <a:srgbClr val="1E2D3D"/>
          </a:solidFill>
          <a:ln w="6350">
            <a:solidFill>
              <a:srgbClr val="2A4A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27614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/summary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0" y="27614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total income, total expenses, balance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355848"/>
            <a:ext cx="658368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5584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42416" y="3355848"/>
            <a:ext cx="3291840" cy="292608"/>
          </a:xfrm>
          <a:prstGeom prst="rect">
            <a:avLst/>
          </a:prstGeom>
          <a:solidFill>
            <a:srgbClr val="1E2D3D"/>
          </a:solidFill>
          <a:ln w="6350">
            <a:solidFill>
              <a:srgbClr val="2A4A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3558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/budget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0" y="33558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monthly budget limit — overwrites previous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950208"/>
            <a:ext cx="658368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95020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42416" y="3950208"/>
            <a:ext cx="3291840" cy="292608"/>
          </a:xfrm>
          <a:prstGeom prst="rect">
            <a:avLst/>
          </a:prstGeom>
          <a:solidFill>
            <a:srgbClr val="1E2D3D"/>
          </a:solidFill>
          <a:ln w="6350">
            <a:solidFill>
              <a:srgbClr val="2A4A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78992" y="39502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/budget-status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89120" y="39502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budget, amount spent, and remaining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20640" y="1417320"/>
            <a:ext cx="3749040" cy="320040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25780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Request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57800" y="1847088"/>
            <a:ext cx="3474720" cy="2651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/expense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"amount": 150.75,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"category": "Groceries"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HTTP 200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"message": "Expense added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successfully"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754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Finance API  |  IBM SkillsBuild  |  Yenepoya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97280"/>
            <a:ext cx="2788920" cy="1463040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278892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1338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8328" y="14813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language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" y="175564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hints enable Pydantic's automatic validation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788920" cy="1463040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97280"/>
            <a:ext cx="278892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1338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10128" y="14813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0128" y="175564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Swagger docs + built-in Pydantic integration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1097280"/>
            <a:ext cx="2788920" cy="1463040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097280"/>
            <a:ext cx="2788920" cy="320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81928" y="11338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81928" y="14813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81928" y="175564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model rules; HTTP 422 on failure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2743200"/>
            <a:ext cx="2788920" cy="1463040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743200"/>
            <a:ext cx="2788920" cy="3200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" y="27797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8328" y="31272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ASGI server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" y="340156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Async-ready; required by FastAPI for full performance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2743200"/>
            <a:ext cx="2788920" cy="1463040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743200"/>
            <a:ext cx="2788920" cy="320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27797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10128" y="31272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10128" y="340156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runtime; maps to cloud container services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72200" y="2743200"/>
            <a:ext cx="2788920" cy="1463040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2743200"/>
            <a:ext cx="278892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81928" y="27797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pytest+httpx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81928" y="31272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81928" y="340156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TestClient; isolated, fast test execution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4754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Finance API  |  IBM SkillsBuild  |  Yenepoya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monolith — 4 layers, each with a single responsibility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81328"/>
            <a:ext cx="8412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81328"/>
            <a:ext cx="73152" cy="62179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5544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8013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 /  Swagger UI  /  curl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931920" y="16459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 / Response (JSON)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80560" y="2103120"/>
            <a:ext cx="0" cy="128016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65760" y="2231136"/>
            <a:ext cx="8412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231136"/>
            <a:ext cx="73152" cy="621792"/>
          </a:xfrm>
          <a:prstGeom prst="rect">
            <a:avLst/>
          </a:prstGeom>
          <a:solidFill>
            <a:srgbClr val="1A5EA8"/>
          </a:solidFill>
          <a:ln w="12700">
            <a:solidFill>
              <a:srgbClr val="1A5E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3042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25511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+  Uvicorn  +  Pydantic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931920" y="23957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 •  Validation  •  Error handling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80560" y="2852928"/>
            <a:ext cx="0" cy="128016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65760" y="2980944"/>
            <a:ext cx="8412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980944"/>
            <a:ext cx="73152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05409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33009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Handlers in main.py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931920" y="314553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sum()  •  balance calc  •  budget tracking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80560" y="3602736"/>
            <a:ext cx="0" cy="128016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365760" y="3730752"/>
            <a:ext cx="8412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730752"/>
            <a:ext cx="73152" cy="6217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8039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" y="40507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Python Lists + float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931920" y="389534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incomes[]  expenses[]  budget  — v2: PostgreSQL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407408"/>
            <a:ext cx="8412480" cy="384048"/>
          </a:xfrm>
          <a:prstGeom prst="rect">
            <a:avLst/>
          </a:prstGeom>
          <a:solidFill>
            <a:srgbClr val="E8F4F8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4531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design  —  any instance handles any request  —  ready for horizontal scaling and serverless deployment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" y="4754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Finance API  |  IBM SkillsBuild  |  Yenepoya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 &amp; Validation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411480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70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Model — models.py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3840480" cy="2651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Expense(BaseModel):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amount: float = Field(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..., gt=0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category: str = Field(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...,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min_length=1,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max_length=50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1097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validation fails: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508760"/>
            <a:ext cx="4114800" cy="658368"/>
          </a:xfrm>
          <a:prstGeom prst="rect">
            <a:avLst/>
          </a:prstGeom>
          <a:solidFill>
            <a:srgbClr val="0F2035"/>
          </a:solidFill>
          <a:ln w="6350">
            <a:solidFill>
              <a:srgbClr val="1E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508760"/>
            <a:ext cx="54864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15636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arrives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91456" y="18379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B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/expense  {amount: -50, category: ''}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2313432"/>
            <a:ext cx="4114800" cy="658368"/>
          </a:xfrm>
          <a:prstGeom prst="rect">
            <a:avLst/>
          </a:prstGeom>
          <a:solidFill>
            <a:srgbClr val="0F2035"/>
          </a:solidFill>
          <a:ln w="6350">
            <a:solidFill>
              <a:srgbClr val="1E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313432"/>
            <a:ext cx="54864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91456" y="23682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checks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91456" y="26426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B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amount: -50 fails gt=0 rule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3118104"/>
            <a:ext cx="4114800" cy="658368"/>
          </a:xfrm>
          <a:prstGeom prst="rect">
            <a:avLst/>
          </a:prstGeom>
          <a:solidFill>
            <a:srgbClr val="0F2035"/>
          </a:solidFill>
          <a:ln w="6350">
            <a:solidFill>
              <a:srgbClr val="1E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118104"/>
            <a:ext cx="54864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91456" y="31729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422 returned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91456" y="34472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B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{detail: [{msg: 'ensure this value is greater than 0'}]}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3922776"/>
            <a:ext cx="4114800" cy="658368"/>
          </a:xfrm>
          <a:prstGeom prst="rect">
            <a:avLst/>
          </a:prstGeom>
          <a:solidFill>
            <a:srgbClr val="0F2035"/>
          </a:solidFill>
          <a:ln w="6350">
            <a:solidFill>
              <a:srgbClr val="1E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3922776"/>
            <a:ext cx="54864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91456" y="39776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never called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91456" y="42519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B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 logic is never reached — data is safe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4754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Finance API  |  IBM SkillsBuild  |  Yenepoya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Deployment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any machine with a single command — no Python installation required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4572000" cy="320040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5361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874520"/>
            <a:ext cx="4297680" cy="2651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--no-cache-dir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-r requirements.txt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["uvicorn", "main:app",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"--host", "0.0.0.0",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"--port", "8000"]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12064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commands to run anywhere: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20640" y="1901952"/>
            <a:ext cx="37490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120640" y="1901952"/>
            <a:ext cx="54864" cy="749808"/>
          </a:xfrm>
          <a:prstGeom prst="rect">
            <a:avLst/>
          </a:prstGeom>
          <a:solidFill>
            <a:srgbClr val="1A5EA8"/>
          </a:solidFill>
          <a:ln w="12700">
            <a:solidFill>
              <a:srgbClr val="1A5E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85232" y="201168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image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85232" y="2286000"/>
            <a:ext cx="3493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-t finance-api 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20640" y="2816352"/>
            <a:ext cx="37490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120640" y="2816352"/>
            <a:ext cx="54864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85232" y="292608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container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85232" y="3200400"/>
            <a:ext cx="3493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 -p 8000:8000 finance-api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20640" y="3730752"/>
            <a:ext cx="37490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20640" y="3730752"/>
            <a:ext cx="54864" cy="7498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85232" y="384048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documentation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85232" y="4114800"/>
            <a:ext cx="3493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http://localhost:8000/docs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20640" y="4617720"/>
            <a:ext cx="3749040" cy="457200"/>
          </a:xfrm>
          <a:prstGeom prst="rect">
            <a:avLst/>
          </a:prstGeom>
          <a:solidFill>
            <a:srgbClr val="E8F4F8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30368" y="4663440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--host 0.0.0.0 is required — without it, Uvicorn only listens inside the container (loopback) and port mapping fails.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4754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Finance API  |  IBM SkillsBuild  |  Yenepoya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2560320" cy="352044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8016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27432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" y="31089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7432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08960" y="1051560"/>
            <a:ext cx="5760720" cy="749808"/>
          </a:xfrm>
          <a:prstGeom prst="rect">
            <a:avLst/>
          </a:prstGeom>
          <a:solidFill>
            <a:srgbClr val="0F2035"/>
          </a:solidFill>
          <a:ln w="6350">
            <a:solidFill>
              <a:srgbClr val="1E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0" y="1051560"/>
            <a:ext cx="54864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794760" y="11247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Happy Path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94760" y="14173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inputs → correct 200 responses across all 5 endpoints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08960" y="1929384"/>
            <a:ext cx="5760720" cy="749808"/>
          </a:xfrm>
          <a:prstGeom prst="rect">
            <a:avLst/>
          </a:prstGeom>
          <a:solidFill>
            <a:srgbClr val="0F2035"/>
          </a:solidFill>
          <a:ln w="6350">
            <a:solidFill>
              <a:srgbClr val="1E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08960" y="1929384"/>
            <a:ext cx="54864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794760" y="200253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Validation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94760" y="22951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inputs → correct 400/422 errors across all cases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08960" y="2807208"/>
            <a:ext cx="5760720" cy="749808"/>
          </a:xfrm>
          <a:prstGeom prst="rect">
            <a:avLst/>
          </a:prstGeom>
          <a:solidFill>
            <a:srgbClr val="0F2035"/>
          </a:solidFill>
          <a:ln w="6350">
            <a:solidFill>
              <a:srgbClr val="1E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08960" y="2807208"/>
            <a:ext cx="54864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794760" y="28803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Edge Cases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94760" y="31729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state, boundary values, negative balance, over budget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08960" y="3685032"/>
            <a:ext cx="5760720" cy="749808"/>
          </a:xfrm>
          <a:prstGeom prst="rect">
            <a:avLst/>
          </a:prstGeom>
          <a:solidFill>
            <a:srgbClr val="0F2035"/>
          </a:solidFill>
          <a:ln w="6350">
            <a:solidFill>
              <a:srgbClr val="1E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08960" y="3685032"/>
            <a:ext cx="54864" cy="7498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794760" y="375818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Integration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94760" y="40507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sequences confirm state flows correctly end-to-end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" y="4754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Finance API  |  IBM SkillsBuild  |  Yenepoya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vs Objectives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objective defined in the Project Proposal was fully achieved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8595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438912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17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14447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OBJ-01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04672" y="16459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Working Endpoints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0" y="15087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TC-01 to TC-10 all pass · Swagger UI shows all 5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965960"/>
            <a:ext cx="8595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965960"/>
            <a:ext cx="438912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965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04672" y="19933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OBJ-02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04672" y="219456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Input Validation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40480" y="20574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error test cases pass · HTTP 400 &amp; 422 verified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514600"/>
            <a:ext cx="8595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514600"/>
            <a:ext cx="438912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514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4672" y="2542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OBJ-03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04672" y="274320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Business Logic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840480" y="26060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Balance, budget, remaining all correct in TC-05, TC-07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063240"/>
            <a:ext cx="8595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063240"/>
            <a:ext cx="438912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063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04672" y="30906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OBJ-04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04672" y="32918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Containerisation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840480" y="31546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TC-10: docker build + run verified; container serves requests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611880"/>
            <a:ext cx="8595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611880"/>
            <a:ext cx="438912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611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04672" y="36393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OBJ-05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04672" y="38404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Professional Documents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840480" y="37033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DOC-01 through DOC-09 — full lifecycle covered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4160520"/>
            <a:ext cx="8595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4160520"/>
            <a:ext cx="438912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160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04672" y="4187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OBJ-06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04672" y="43891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Cloud-Ready Stateless Design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840480" y="42519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confirmed; maps to AWS ECS, Azure ACI, Lambda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" y="4754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Finance API  |  IBM SkillsBuild  |  Yenepoya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is designed for evolution — each enhancement touches only one layer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023360" cy="384048"/>
          </a:xfrm>
          <a:prstGeom prst="rect">
            <a:avLst/>
          </a:prstGeom>
          <a:solidFill>
            <a:srgbClr val="1A5EA8"/>
          </a:solidFill>
          <a:ln w="12700">
            <a:solidFill>
              <a:srgbClr val="1A5E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630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 —  Core Upgrades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4023360" cy="502920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9568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SQLModel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217627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in-memory lists — data persists across restarts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514600"/>
            <a:ext cx="4023360" cy="502920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5511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277063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tokens — protect write endpoints, enable multi-user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108960"/>
            <a:ext cx="4023360" cy="502920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1455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/income &amp; /expense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" y="336499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stored records with source/category labels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703320"/>
            <a:ext cx="4023360" cy="502920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7398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budgets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" y="395935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Food: ₹3000, Transport: ₹1000 — granular tracking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4297680"/>
            <a:ext cx="4023360" cy="502920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43342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8912" y="455371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Charts: spending by category, monthly trend, budget ring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46320" y="1463040"/>
            <a:ext cx="40233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4630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 —  Cloud Deployment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1920240"/>
            <a:ext cx="4023360" cy="502920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0912" y="19568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 / Azure ACI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10912" y="217627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Docker image to managed container service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46320" y="2514600"/>
            <a:ext cx="4023360" cy="502920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10912" y="25511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+ Load Balancer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10912" y="277063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termination; traffic routed to multiple instances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3108960"/>
            <a:ext cx="4023360" cy="502920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10912" y="31455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Logging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10912" y="336499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logs → CloudWatch / Azure Monitor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46320" y="3703320"/>
            <a:ext cx="4023360" cy="502920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10912" y="37398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Endpoint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10912" y="395935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returns {status: healthy} for probes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754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Finance API  |  IBM SkillsBuild  |  Yenepoya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960120"/>
            <a:ext cx="877824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481328" cy="1463040"/>
          </a:xfrm>
          <a:prstGeom prst="rect">
            <a:avLst/>
          </a:prstGeom>
          <a:solidFill>
            <a:srgbClr val="162032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3444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94360" y="1901952"/>
            <a:ext cx="1298448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67128" y="1097280"/>
            <a:ext cx="1481328" cy="1463040"/>
          </a:xfrm>
          <a:prstGeom prst="rect">
            <a:avLst/>
          </a:prstGeom>
          <a:solidFill>
            <a:srgbClr val="162032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58568" y="123444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258568" y="1901952"/>
            <a:ext cx="1298448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31336" y="1097280"/>
            <a:ext cx="1481328" cy="1463040"/>
          </a:xfrm>
          <a:prstGeom prst="rect">
            <a:avLst/>
          </a:prstGeom>
          <a:solidFill>
            <a:srgbClr val="162032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22776" y="123444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922776" y="1901952"/>
            <a:ext cx="1298448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95544" y="1097280"/>
            <a:ext cx="1481328" cy="1463040"/>
          </a:xfrm>
          <a:prstGeom prst="rect">
            <a:avLst/>
          </a:prstGeom>
          <a:solidFill>
            <a:srgbClr val="162032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86984" y="123444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586984" y="1901952"/>
            <a:ext cx="1298448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59752" y="1097280"/>
            <a:ext cx="1481328" cy="1463040"/>
          </a:xfrm>
          <a:prstGeom prst="rect">
            <a:avLst/>
          </a:prstGeom>
          <a:solidFill>
            <a:srgbClr val="162032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51192" y="123444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7251192" y="1901952"/>
            <a:ext cx="1298448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 Requirements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743200"/>
            <a:ext cx="8412480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283464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3154680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is not just a working API. It is proof that the right methodology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define requirements first, document every decision, validate every claim 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software that is reliable, understandable, and ready to evolve.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43159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4754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Finance API  |  IBM SkillsBuild  |  Yenepoya University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Lightweight Finance API — IBM SkillsBuild Project</dc:title>
  <dc:subject>PptxGenJS Presentation</dc:subject>
  <dc:creator>Sayu V</dc:creator>
  <cp:lastModifiedBy>Sayu V</cp:lastModifiedBy>
  <cp:revision>1</cp:revision>
  <dcterms:created xsi:type="dcterms:W3CDTF">2026-03-20T14:18:14Z</dcterms:created>
  <dcterms:modified xsi:type="dcterms:W3CDTF">2026-03-20T14:18:14Z</dcterms:modified>
</cp:coreProperties>
</file>